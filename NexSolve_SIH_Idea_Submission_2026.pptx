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Arial"/>
              </a:defRPr>
            </a:pPr>
            <a:r>
              <a:t>SMART INDIA HACKATHON 2026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NEXSOLVE — LANDSLIDE RISK INTELLIGENCE &amp;</a:t>
            </a:r>
            <a:br/>
            <a:r>
              <a:t>DECISION SUPPORT FOR NORTHEAST INDIA</a:t>
            </a:r>
          </a:p>
          <a:p>
            <a:pPr>
              <a:defRPr sz="1400" i="1">
                <a:solidFill>
                  <a:srgbClr val="CBD5E1"/>
                </a:solidFill>
                <a:latin typeface="Arial"/>
              </a:defRPr>
            </a:pPr>
            <a:r>
              <a:t>AI-Assisted Geospatial Risk Intelligence &amp; Operational Decision Support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512064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000" b="1">
                <a:solidFill>
                  <a:srgbClr val="F59E0B"/>
                </a:solidFill>
                <a:latin typeface="Arial"/>
              </a:defRPr>
            </a:pPr>
            <a:r>
              <a:t>PROBLEM STATEMENT ID: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[INSERT SIH PROBLEM STATEMENT ID]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743200"/>
            <a:ext cx="512064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000" b="1">
                <a:solidFill>
                  <a:srgbClr val="F59E0B"/>
                </a:solidFill>
                <a:latin typeface="Arial"/>
              </a:defRPr>
            </a:pPr>
            <a:r>
              <a:t>PROBLEM STATEMENT TITLE: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[INSERT SIH PROBLEM STATEMENT TITLE]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512064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000" b="1">
                <a:solidFill>
                  <a:srgbClr val="F59E0B"/>
                </a:solidFill>
                <a:latin typeface="Arial"/>
              </a:defRPr>
            </a:pPr>
            <a:r>
              <a:t>THEME: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Disaster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886200"/>
            <a:ext cx="512064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000" b="1">
                <a:solidFill>
                  <a:srgbClr val="F59E0B"/>
                </a:solidFill>
                <a:latin typeface="Arial"/>
              </a:defRPr>
            </a:pPr>
            <a:r>
              <a:t>PS CATEGORY: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Software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512064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000" b="1">
                <a:solidFill>
                  <a:srgbClr val="F59E0B"/>
                </a:solidFill>
                <a:latin typeface="Arial"/>
              </a:defRPr>
            </a:pPr>
            <a:r>
              <a:t>TEAM ID: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[INSERT SIH TEAM ID]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5029200"/>
            <a:ext cx="512064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000" b="1">
                <a:solidFill>
                  <a:srgbClr val="F59E0B"/>
                </a:solidFill>
                <a:latin typeface="Arial"/>
              </a:defRPr>
            </a:pPr>
            <a:r>
              <a:t>TEAM NAME: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NexSolve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09728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OFFICIAL SIH 2026 IDEA SUBMISSION FORMAT | DECISION-SUPPORT PROTOTYPE FOR NORTHEAST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F59E0B"/>
                </a:solidFill>
                <a:latin typeface="Arial"/>
              </a:defRPr>
            </a:pPr>
            <a:r>
              <a:t>SMART INDIA HACKATHON 2026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IDEA TITLE / 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73152"/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NexSolve — Landslide Risk Intelligence &amp; Decision Support | Official SIH 2026 Idea Submission Template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11094415" cy="59436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IDEA TITLE: NEXSOLVE — LANDSLIDE RISK INTELLIGENCE &amp; DECISION SUPPORT FOR NORTHEAST INDIA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651760" cy="685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1. MULTI-SOURCE DATA</a:t>
            </a:r>
            <a:br/>
            <a:r>
              <a:t>(Weather, GeoJSON, DEM, GSI)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828800"/>
            <a:ext cx="2651760" cy="685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2. AI RISK INTELLIGENCE</a:t>
            </a:r>
            <a:br/>
            <a:r>
              <a:t>(7-Feature RF Model &amp; Open-Meteo)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828800"/>
            <a:ext cx="2651760" cy="685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3. DECISION ENGINE</a:t>
            </a:r>
            <a:br/>
            <a:r>
              <a:t>(Decoupled Exposure &amp; Watchlist)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7696" y="1828800"/>
            <a:ext cx="2651760" cy="685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4. HUMAN VERIFICATION</a:t>
            </a:r>
            <a:br/>
            <a:r>
              <a:t>(Situation Room Dashboard)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51760"/>
            <a:ext cx="539496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200" b="1">
                <a:solidFill>
                  <a:srgbClr val="D97706"/>
                </a:solidFill>
                <a:latin typeface="Arial"/>
              </a:defRPr>
            </a:pPr>
            <a:r>
              <a:t>THE DISASTER MANAGEMENT CHALLENGE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Fragmented &amp; Siloed Data: Rainfall, historical landslide, and socio-economic exposure datasets exist in isolated formats.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Monsoon Vulnerability: Heavy 1d/3d/7d antecedent rainfall triggers sudden slope failures along arterial highways (NH-306, NH-2, NH-10, NH-6).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Lack of Spatial Context: Generic regional advisories lack Survey of India district-level boundary precision.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Unclear Data Transparency: Operational tools often mask missing exposure data with synthetic zero values.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51760"/>
            <a:ext cx="539496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200" b="1">
                <a:solidFill>
                  <a:srgbClr val="2563EB"/>
                </a:solidFill>
                <a:latin typeface="Arial"/>
              </a:defRPr>
            </a:pPr>
            <a:r>
              <a:t>NEXSOLVE PROPOSED SOLUTION &amp; INNOVATION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Unified Geospatial Risk Intelligence: Combines weather-aware ML with official 131 Survey of India administrative boundaries.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Decoupled Architecture: Hazard probability (ML) is computationally separate from socio-economic exposure and vulnerability.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Data Quality Transparency: Explicit INSUFFICIENT DATA reporting for 115 districts rather than synthetic zero-fill.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Explainable Decision Engine: Local feature attribution, antecedent rainfall drivers, and confidence metrics.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Human-in-the-Loop Protocol: Designed specifically for authority decision-support — NOT automated public alarms/evacuation.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F59E0B"/>
                </a:solidFill>
                <a:latin typeface="Arial"/>
              </a:defRPr>
            </a:pPr>
            <a:r>
              <a:t>SMART INDIA HACKATHON 2026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TECHNICAL APPROACH &amp;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73152"/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NexSolve — Landslide Risk Intelligence &amp; Decision Support | Official SIH 2026 Idea Submission Template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21031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01. DATA INGESTION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Open-Meteo Weather API</a:t>
            </a:r>
            <a:br/>
            <a:r>
              <a:t>GSI 10.49k History</a:t>
            </a:r>
            <a:br/>
            <a:r>
              <a:t>SoI 131 GeoJSON</a:t>
            </a:r>
            <a:br/>
            <a:r>
              <a:t>USGS/AWS 30m DEM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188720"/>
            <a:ext cx="21031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02. FEATURE PIPELINE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1d, 3d, 7d Antecedent Rain</a:t>
            </a:r>
            <a:br/>
            <a:r>
              <a:t>Spatial Coordinates</a:t>
            </a:r>
            <a:br/>
            <a:r>
              <a:t>Cyclic Month Encoding</a:t>
            </a:r>
            <a:br/>
            <a:r>
              <a:t>DEM Spatial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188720"/>
            <a:ext cx="210312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t>03. ML HAZARD MODEL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Random Forest</a:t>
            </a:r>
            <a:br/>
            <a:r>
              <a:t>(candidate_a_rf_v1)</a:t>
            </a:r>
            <a:br/>
            <a:r>
              <a:t>7 Production Features</a:t>
            </a:r>
            <a:br/>
            <a:r>
              <a:t>ROC-AUC: 0.9206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188720"/>
            <a:ext cx="21031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04. DECISION ENGINE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Decoupled Exposure Engine</a:t>
            </a:r>
            <a:br/>
            <a:r>
              <a:t>Multi-Criterion Watchlist</a:t>
            </a:r>
            <a:br/>
            <a:r>
              <a:t>Feature Attribution</a:t>
            </a:r>
            <a:br/>
            <a:r>
              <a:t>Confidence Scoring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188720"/>
            <a:ext cx="21031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05. OPERATIONAL UI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React + Vite + TS Dashboard</a:t>
            </a:r>
            <a:br/>
            <a:r>
              <a:t>Interactive Leaflet GIS</a:t>
            </a:r>
            <a:br/>
            <a:r>
              <a:t>Data Quality Audit</a:t>
            </a:r>
            <a:br/>
            <a:r>
              <a:t>Human Verification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83280"/>
            <a:ext cx="53949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200" b="1">
                <a:solidFill>
                  <a:srgbClr val="0F172A"/>
                </a:solidFill>
                <a:latin typeface="Arial"/>
              </a:defRPr>
            </a:pPr>
            <a:r>
              <a:t>PRODUCTION ML MODEL CONTRACT (7 FEATURES)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Spatial Coordinates: latitude, longitude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Weather Feeds: rainfall_1d, rainfall_3d, rainfall_7d (antecedent accumulation)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Cyclic Temporal Encoding: month_sin, month_cos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Environmental Context (Decoupled): USGS/AWS NASADEM 30m terrain elevation, slope, aspect statistics provide environmental decision context and are computationally separate from the 7-feature RF model.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83280"/>
            <a:ext cx="53949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200" b="1">
                <a:solidFill>
                  <a:srgbClr val="2563EB"/>
                </a:solidFill>
                <a:latin typeface="Arial"/>
              </a:defRPr>
            </a:pPr>
            <a:r>
              <a:t>VERIFIED EVALUATION METRICS &amp; TECH STACK</a:t>
            </a:r>
          </a:p>
          <a:p>
            <a:pPr>
              <a:defRPr sz="1050" b="1">
                <a:solidFill>
                  <a:srgbClr val="D97706"/>
                </a:solidFill>
                <a:latin typeface="Arial"/>
              </a:defRPr>
            </a:pPr>
            <a:r>
              <a:t>2024–2025 Locked Temporal Holdout Evaluation: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ROC-AUC: 0.9206  |  PR-AUC: 0.9328</a:t>
            </a:r>
            <a:br/>
            <a:r>
              <a:t>• Precision: 0.8312  |  Recall: 0.8204  |  F1: 0.8258</a:t>
            </a:r>
            <a:br/>
            <a:r>
              <a:t>*(Evaluated on strict temporal holdout; spatial data leakage discarded)*</a:t>
            </a:r>
          </a:p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Technology Stack: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Frontend: React 18, Vite, TypeScript, Leaflet GIS, Tailwind CSS</a:t>
            </a:r>
            <a:br/>
            <a:r>
              <a:t>• Backend: Python 3, FastAPI microservices, GeoPandas, Shapely</a:t>
            </a:r>
            <a:br/>
            <a:r>
              <a:t>• Data Sources: Open-Meteo Weather API, Survey of India, USGS/AWS DEM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F59E0B"/>
                </a:solidFill>
                <a:latin typeface="Arial"/>
              </a:defRPr>
            </a:pPr>
            <a:r>
              <a:t>SMART INDIA HACKATHON 2026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FEASIBILITY, RISKS &amp; TRANSPARENT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73152"/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NexSolve — Landslide Risk Intelligence &amp; Decision Support | Official SIH 2026 Idea Submission Template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56616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00" b="1">
                <a:solidFill>
                  <a:srgbClr val="059669"/>
                </a:solidFill>
                <a:latin typeface="Arial"/>
              </a:defRPr>
            </a:pPr>
            <a:r>
              <a:t>FEASIBLE NOW (Working Prototype)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• Functional React + FastAPI microservice architecture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• Official 131-district Survey of India boundary integration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• Live Open-Meteo weather integration &amp; 1d/3d/7d rain tracking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• ML hazard risk inference (7-feature RF engine)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• USGS/AWS NASADEM 30m terrain feature processing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• Decoupled exposure intelligence &amp; situation room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1188720"/>
            <a:ext cx="356616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00" b="1">
                <a:solidFill>
                  <a:srgbClr val="D97706"/>
                </a:solidFill>
                <a:latin typeface="Arial"/>
              </a:defRPr>
            </a:pPr>
            <a:r>
              <a:t>CHALLENGES &amp; RISKS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• Incomplete district exposure data across NE states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• Historical landslide inventory spatial/temporal reporting gaps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• Live weather station density and quality variations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• No official operational NDMA/SDMA warning integration yet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• Public cloud deployment not yet verified (container-ready)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188720"/>
            <a:ext cx="356616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MITIGATION STRATEGIES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• Transparent INSUFFICIENT DATA reporting (no synthetic zero-fill)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• Data provenance tracking &amp; explicit freshness indicators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• Temporal holdout validation (preventing data leakage)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• Confidence &amp; data completeness separated from probability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• Human-in-the-loop verification before decision 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257800"/>
            <a:ext cx="6400800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t>GEOGRAPHIC &amp; VULNERABILITY COVERAGE TRANSPARENCY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131 Districts = Official Survey of India Geographic Framework</a:t>
            </a:r>
            <a:br/>
            <a:r>
              <a:t>• 16 Scored Districts (8 COMPUTED full profiles, 8 PARTIAL) | 115 Districts = INSUFFICIENT_DATA (score null)</a:t>
            </a:r>
            <a:br/>
            <a:r>
              <a:t>• Governance Rule: Missing exposure data is NEVER converted to synthetic zeros.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5257800"/>
            <a:ext cx="451073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DEPLOYMENT READINESS VERDICT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Deployment Wording: "Container-ready; public cloud deployment not yet verified."</a:t>
            </a:r>
            <a:br/>
            <a:r>
              <a:t>• System Readiness: 150/150 backend unit tests PASS | Frontend production build PASS.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F59E0B"/>
                </a:solidFill>
                <a:latin typeface="Arial"/>
              </a:defRPr>
            </a:pPr>
            <a:r>
              <a:t>SMART INDIA HACKATHON 2026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POTENTIAL IMPACT &amp; STAKEHOLDER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73152"/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NexSolve — Landslide Risk Intelligence &amp; Decision Support | Official SIH 2026 Idea Submission Template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11094415" cy="594360"/>
          </a:xfrm>
          <a:prstGeom prst="roundRect">
            <a:avLst/>
          </a:prstGeom>
          <a:solidFill>
            <a:srgbClr val="1E40A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KEY VALUE PROPOSITION: "FROM FRAGMENTED DISASTER DATA TO ACTIONABLE RISK INTELLIGENCE."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544068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DISASTER MANAGEMENT AUTHORITIES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• State EOC &amp; SDMA decision support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• Risk-based resource allocation &amp; prioritization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• District watchlists for high-antecedent rainfall zones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1" y="1874519"/>
            <a:ext cx="544068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 b="1">
                <a:solidFill>
                  <a:srgbClr val="D97706"/>
                </a:solidFill>
                <a:latin typeface="Arial"/>
              </a:defRPr>
            </a:pPr>
            <a:r>
              <a:t>DISTRICT ADMINISTRATION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• DDMA preparedness planning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• Identification of vulnerable administrative sectors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• Contextual critical infrastructure &amp; asset exposure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49039"/>
            <a:ext cx="544068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 b="1">
                <a:solidFill>
                  <a:srgbClr val="059669"/>
                </a:solidFill>
                <a:latin typeface="Arial"/>
              </a:defRPr>
            </a:pPr>
            <a:r>
              <a:t>EMERGENCY RESPONSE TEAMS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• NDRF / SDRF situational awareness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• Arterial highway corridor monitoring (NH-306, NH-2, NH-10)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• Pre-positioning equipment near high-hazard slopes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1" y="3749039"/>
            <a:ext cx="544068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 b="1">
                <a:solidFill>
                  <a:srgbClr val="1E293B"/>
                </a:solidFill>
                <a:latin typeface="Arial"/>
              </a:defRPr>
            </a:pPr>
            <a:r>
              <a:t>LOCAL COMMUNITIES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• Future potential access to verified advisories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• Transparent confidence and data quality indicators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• Enhanced community preparedness awareness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23560"/>
            <a:ext cx="3566160" cy="777240"/>
          </a:xfrm>
          <a:prstGeom prst="roundRect">
            <a:avLst/>
          </a:prstGeom>
          <a:solidFill>
            <a:srgbClr val="0F172A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000" b="1">
                <a:solidFill>
                  <a:srgbClr val="F59E0B"/>
                </a:solidFill>
                <a:latin typeface="Arial"/>
              </a:defRPr>
            </a:pPr>
            <a:r>
              <a:t>SOCIAL IMPACT</a:t>
            </a:r>
          </a:p>
          <a:p>
            <a:pPr>
              <a:defRPr sz="850">
                <a:solidFill>
                  <a:srgbClr val="FFFFFF"/>
                </a:solidFill>
                <a:latin typeface="Arial"/>
              </a:defRPr>
            </a:pPr>
            <a:r>
              <a:t>Faster prioritization, enhanced situational awareness, transparent confidence indicators.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5623560"/>
            <a:ext cx="3566160" cy="777240"/>
          </a:xfrm>
          <a:prstGeom prst="roundRect">
            <a:avLst/>
          </a:prstGeom>
          <a:solidFill>
            <a:srgbClr val="0F172A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000" b="1">
                <a:solidFill>
                  <a:srgbClr val="F59E0B"/>
                </a:solidFill>
                <a:latin typeface="Arial"/>
              </a:defRPr>
            </a:pPr>
            <a:r>
              <a:t>ECONOMIC IMPACT</a:t>
            </a:r>
          </a:p>
          <a:p>
            <a:pPr>
              <a:defRPr sz="850">
                <a:solidFill>
                  <a:srgbClr val="FFFFFF"/>
                </a:solidFill>
                <a:latin typeface="Arial"/>
              </a:defRPr>
            </a:pPr>
            <a:r>
              <a:t>Targeted infrastructure protection, optimized response funding, minimized highway disruption.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5623560"/>
            <a:ext cx="3566160" cy="777240"/>
          </a:xfrm>
          <a:prstGeom prst="roundRect">
            <a:avLst/>
          </a:prstGeom>
          <a:solidFill>
            <a:srgbClr val="0F172A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000" b="1">
                <a:solidFill>
                  <a:srgbClr val="F59E0B"/>
                </a:solidFill>
                <a:latin typeface="Arial"/>
              </a:defRPr>
            </a:pPr>
            <a:r>
              <a:t>ENVIRONMENTAL IMPACT</a:t>
            </a:r>
          </a:p>
          <a:p>
            <a:pPr>
              <a:defRPr sz="850">
                <a:solidFill>
                  <a:srgbClr val="FFFFFF"/>
                </a:solidFill>
                <a:latin typeface="Arial"/>
              </a:defRPr>
            </a:pPr>
            <a:r>
              <a:t>Geospatial terrain understanding, slope vulnerability context, targeted mitigation support.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F59E0B"/>
                </a:solidFill>
                <a:latin typeface="Arial"/>
              </a:defRPr>
            </a:pPr>
            <a:r>
              <a:t>SMART INDIA HACKATHON 2026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RESEARCH, DATA PROVENANCE &amp;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73152"/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NexSolve — Landslide Risk Intelligence &amp; Decision Support | Official SIH 2026 Idea Submission Template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440680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1. Survey of India (SoI)</a:t>
            </a:r>
          </a:p>
          <a:p>
            <a:pPr>
              <a:defRPr sz="900" b="1">
                <a:solidFill>
                  <a:srgbClr val="D97706"/>
                </a:solidFill>
                <a:latin typeface="Arial"/>
              </a:defRPr>
            </a:pPr>
            <a:r>
              <a:t>Category: Official Administrative Geometry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Source Details: Administrative Boundary Database (ABDB LGD Integrated 131 Districts)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1" y="1188720"/>
            <a:ext cx="5440680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2. Geological Survey of India (GSI)</a:t>
            </a:r>
          </a:p>
          <a:p>
            <a:pPr>
              <a:defRPr sz="900" b="1">
                <a:solidFill>
                  <a:srgbClr val="D97706"/>
                </a:solidFill>
                <a:latin typeface="Arial"/>
              </a:defRPr>
            </a:pPr>
            <a:r>
              <a:t>Category: Historical Landslide Baselines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Source Details: NLSM &amp; Historical Landslide Inventory (10,492 Records)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5440680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3. USGS / AWS Open Data Elevation Archive</a:t>
            </a:r>
          </a:p>
          <a:p>
            <a:pPr>
              <a:defRPr sz="900" b="1">
                <a:solidFill>
                  <a:srgbClr val="D97706"/>
                </a:solidFill>
                <a:latin typeface="Arial"/>
              </a:defRPr>
            </a:pPr>
            <a:r>
              <a:t>Category: Terrain &amp; Morphometry Features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Source Details: NASADEM 1 Arc-Second (~30m SRTM DEM) Elevation Grid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188720"/>
            <a:ext cx="5440680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4. India Meteorological Department (IMD)</a:t>
            </a:r>
          </a:p>
          <a:p>
            <a:pPr>
              <a:defRPr sz="900" b="1">
                <a:solidFill>
                  <a:srgbClr val="D97706"/>
                </a:solidFill>
                <a:latin typeface="Arial"/>
              </a:defRPr>
            </a:pPr>
            <a:r>
              <a:t>Category: Historical Rainfall Calibration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Source Details: Gridded Rainfall Records (2014–2025)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188720"/>
            <a:ext cx="5440680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5. Open-Meteo API</a:t>
            </a:r>
          </a:p>
          <a:p>
            <a:pPr>
              <a:defRPr sz="900" b="1">
                <a:solidFill>
                  <a:srgbClr val="D97706"/>
                </a:solidFill>
                <a:latin typeface="Arial"/>
              </a:defRPr>
            </a:pPr>
            <a:r>
              <a:t>Category: Real-Time Weather Feed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Source Details: Operational Live Weather &amp; Antecedent Rain Tracking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1" y="2194560"/>
            <a:ext cx="5440680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6. NITI Aayog</a:t>
            </a:r>
          </a:p>
          <a:p>
            <a:pPr>
              <a:defRPr sz="900" b="1">
                <a:solidFill>
                  <a:srgbClr val="D97706"/>
                </a:solidFill>
                <a:latin typeface="Arial"/>
              </a:defRPr>
            </a:pPr>
            <a:r>
              <a:t>Category: Socio-Economic Vulnerability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Source Details: National Multidimensional Poverty Index (MPI 2023)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94560"/>
            <a:ext cx="5440680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7. MoHFW / National Health Authority</a:t>
            </a:r>
          </a:p>
          <a:p>
            <a:pPr>
              <a:defRPr sz="900" b="1">
                <a:solidFill>
                  <a:srgbClr val="D97706"/>
                </a:solidFill>
                <a:latin typeface="Arial"/>
              </a:defRPr>
            </a:pPr>
            <a:r>
              <a:t>Category: Critical Healthcare Infrastructure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Source Details: Health Facility Registry (HFR)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1" y="2194560"/>
            <a:ext cx="5440680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8. Ministry of Education / UDISE+</a:t>
            </a:r>
          </a:p>
          <a:p>
            <a:pPr>
              <a:defRPr sz="900" b="1">
                <a:solidFill>
                  <a:srgbClr val="D97706"/>
                </a:solidFill>
                <a:latin typeface="Arial"/>
              </a:defRPr>
            </a:pPr>
            <a:r>
              <a:t>Category: School &amp; Emergency Shelter Capacity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Source Details: Universal District Information System for Education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94560"/>
            <a:ext cx="5440680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9. MoRTH / NHAI GIS</a:t>
            </a:r>
          </a:p>
          <a:p>
            <a:pPr>
              <a:defRPr sz="900" b="1">
                <a:solidFill>
                  <a:srgbClr val="D97706"/>
                </a:solidFill>
                <a:latin typeface="Arial"/>
              </a:defRPr>
            </a:pPr>
            <a:r>
              <a:t>Category: Arterial Transport Corridors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Source Details: National Highway Spatial Alignment (NH-306, NH-2, NH-10, NH-6)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2194560"/>
            <a:ext cx="5440680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10. BMTPC &amp; Census of India</a:t>
            </a:r>
          </a:p>
          <a:p>
            <a:pPr>
              <a:defRPr sz="900" b="1">
                <a:solidFill>
                  <a:srgbClr val="D97706"/>
                </a:solidFill>
                <a:latin typeface="Arial"/>
              </a:defRPr>
            </a:pPr>
            <a:r>
              <a:t>Category: Housing &amp; Demographic Context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Source Details: Vulnerability Atlas of India &amp; 2011 Primary Census Abstract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6217920"/>
            <a:ext cx="11094415" cy="2286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"/>
          <a:lstStyle/>
          <a:p>
            <a:pPr algn="ctr">
              <a:defRPr sz="800">
                <a:solidFill>
                  <a:srgbClr val="FFFFFF"/>
                </a:solidFill>
                <a:latin typeface="Arial"/>
              </a:defRPr>
            </a:pPr>
            <a:r>
              <a:t>DATA PROVENANCE STATEMENT: All administrative geometries, weather parameters, terrain rasters, and vulnerability indicators are derived exclusively from authoritative government repositories and open scientific archives.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